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8E50B-4614-4580-8691-31684722E150}" v="30" dt="2026-01-12T09:01:55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Why Retrieval Works (</a:t>
            </a:r>
            <a:r>
              <a:rPr lang="en-US" sz="3200" dirty="0"/>
              <a:t>Visualization is for intuition &amp; demo the concept only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t>Embeddings are spatial: text becomes points in vector space</a:t>
            </a:r>
          </a:p>
          <a:p>
            <a:r>
              <a:rPr dirty="0"/>
              <a:t>Documents form clusters based on meaning</a:t>
            </a:r>
            <a:endParaRPr dirty="0">
              <a:ea typeface="Calibri"/>
              <a:cs typeface="Calibri"/>
            </a:endParaRPr>
          </a:p>
          <a:p>
            <a:r>
              <a:rPr dirty="0"/>
              <a:t>Similarity literally means geometric closeness</a:t>
            </a:r>
            <a:endParaRPr dirty="0">
              <a:ea typeface="Calibri"/>
              <a:cs typeface="Calibri"/>
            </a:endParaRPr>
          </a:p>
          <a:p>
            <a:r>
              <a:rPr dirty="0"/>
              <a:t>Retrieval selects chunks closest to the query</a:t>
            </a:r>
            <a:endParaRPr dirty="0">
              <a:ea typeface="Calibri"/>
              <a:cs typeface="Calibri"/>
            </a:endParaRPr>
          </a:p>
          <a:p>
            <a:r>
              <a:rPr dirty="0"/>
              <a:t>Augmented queries often land nearer relevant clusters</a:t>
            </a:r>
            <a:endParaRPr dirty="0">
              <a:ea typeface="Calibri"/>
              <a:cs typeface="Calibri"/>
            </a:endParaRPr>
          </a:p>
          <a:p>
            <a:r>
              <a:rPr dirty="0"/>
              <a:t>RAG is distance-based reasoning, not keyword matching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Why Retrieval Works (Visualization is for intuition &amp; demo the concept only)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10</cp:revision>
  <dcterms:created xsi:type="dcterms:W3CDTF">2013-01-27T09:14:16Z</dcterms:created>
  <dcterms:modified xsi:type="dcterms:W3CDTF">2026-01-12T09:01:57Z</dcterms:modified>
  <cp:category/>
</cp:coreProperties>
</file>